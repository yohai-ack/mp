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39e3d92f-ca16-4504-146e-94e833e60b46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utorial 2: Numbers and bits on the board" id="{857b055a-24ea-eefc-534e-5d148bb60cc8}">
          <p14:sldIdLst>
            <p14:sldId id="263"/>
          </p14:sldIdLst>
        </p14:section>
        <p14:section name="Tutorial 3: RGB LEDs and buttons" id="{66513637-fe24-2f62-1c42-7ef2ebd06775}">
          <p14:sldIdLst>
            <p14:sldId id="264"/>
          </p14:sldIdLst>
        </p14:section>
        <p14:section name="Tutorial 4: Timer interrupts and state machines" id="{eb4facff-8f81-f6f4-c1aa-38ba2bff3b5f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utorial 5: Inside the I2C bus" id="{854f6696-4beb-f561-80e8-020763c13d15}">
          <p14:sldIdLst>
            <p14:sldId id="271"/>
          </p14:sldIdLst>
        </p14:section>
        <p14:section name="Tutorial 6: PWM, input capture and EXTI" id="{f621d223-e472-8f55-bf6f-b2750787baaa}">
          <p14:sldIdLst>
            <p14:sldId id="272"/>
          </p14:sldIdLst>
        </p14:section>
        <p14:section name="Tutorial 7: One wheel in the air" id="{98c71408-7ec3-a53d-9738-d28625e89e24}">
          <p14:sldIdLst>
            <p14:sldId id="273"/>
          </p14:sldIdLst>
        </p14:section>
        <p14:section name="Tutorial 8: From model to PI controller" id="{83820f1d-17be-3785-c338-69621c5de9b8}">
          <p14:sldIdLst>
            <p14:sldId id="274"/>
          </p14:sldIdLst>
        </p14:section>
        <p14:section name="Tutorial 9: UART commands and a MATLAB GUI" id="{3b2f7f42-19c3-5015-e279-947931f47a6f}">
          <p14:sldIdLst>
            <p14:sldId id="275"/>
          </p14:sldIdLst>
        </p14:section>
        <p14:section name="Tutorial 10: Driving the cart" id="{07fa4217-fd7f-0e70-ddd9-8d8d97e3e143}">
          <p14:sldIdLst>
            <p14:sldId id="276"/>
          </p14:sldIdLst>
        </p14:section>
        <p14:section name="Tutorial 11: Simulink to C" id="{3770a895-344a-6151-4976-bc455699d3ea}">
          <p14:sldIdLst>
            <p14:sldId id="277"/>
          </p14:sldIdLst>
        </p14:section>
        <p14:section name="Tutorial 12: Project clinic" id="{1ad2cda3-8897-be05-ccfd-aae3e522addd}">
          <p14:sldIdLst>
            <p14:sldId id="278"/>
          </p14:sldIdLst>
        </p14:section>
        <p14:section name="Session 13" id="{9c009391-3ae8-1054-a2db-3355ffa53171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CubeMX configuration, build, flash and run; blink LD2; printf to PuTTY; the debugger: breakpoints, stepping, live expressions; where your code goes (USER CODE sections).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RGB LEDs and buttons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set_rgb helper; a walking dot with masks; saturating brightness up and down; one press = one action.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state machines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Multi-rate blinking from a timer interrupt (no HAL_Delay); a state-machine skeleton with enum and switch.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pPr indent="0" marL="0">
              <a:buNone/>
            </a:pP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pPr indent="0" marL="0">
              <a:buNone/>
            </a:pP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5" name="laye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Inside the I2C bus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I2C bus scan: detect the five IO-board chips; set_rgb rewritten on raw HAL_I2C_Mem_Write; servo sweep.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PWM, input capture and EXTI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ultrasonic distance measurement; an EXTI interrupt with a counter; PWM on one motor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UART commands and a MATLAB GUI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interrupt-driven UART command parser; a minimal MATLAB GUI that sends commands and plots telemetry.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Driving the cart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Kinematics exercises; driving on the floor; a trajectory array generated in MATLAB and sent to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Ackerman</cp:lastModifiedBy>
  <cp:revision>1</cp:revision>
  <dcterms:created xsi:type="dcterms:W3CDTF">2026-10-10T10:07:52Z</dcterms:created>
  <dcterms:modified xsi:type="dcterms:W3CDTF">2026-10-10T10:07:52Z</dcterms:modified>
</cp:coreProperties>
</file>